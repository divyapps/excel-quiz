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4" autoAdjust="0"/>
    <p:restoredTop sz="94660"/>
  </p:normalViewPr>
  <p:slideViewPr>
    <p:cSldViewPr snapToGrid="0">
      <p:cViewPr varScale="1">
        <p:scale>
          <a:sx n="83" d="100"/>
          <a:sy n="83" d="100"/>
        </p:scale>
        <p:origin x="85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3321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4602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47391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13248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12/5/2025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26748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12/5/2025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9137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12/5/2025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5050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81773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27592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11636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80259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89270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79" r:id="rId6"/>
    <p:sldLayoutId id="2147483675" r:id="rId7"/>
    <p:sldLayoutId id="2147483676" r:id="rId8"/>
    <p:sldLayoutId id="2147483677" r:id="rId9"/>
    <p:sldLayoutId id="2147483678" r:id="rId10"/>
    <p:sldLayoutId id="2147483680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</p:txBody>
      </p:sp>
      <p:pic>
        <p:nvPicPr>
          <p:cNvPr id="15" name="Picture 14" descr="Wavy 3D art">
            <a:extLst>
              <a:ext uri="{FF2B5EF4-FFF2-40B4-BE49-F238E27FC236}">
                <a16:creationId xmlns:a16="http://schemas.microsoft.com/office/drawing/2014/main" id="{B87B4DBD-BF56-36CC-3674-4737FE63E69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3612" b="3807"/>
          <a:stretch>
            <a:fillRect/>
          </a:stretch>
        </p:blipFill>
        <p:spPr>
          <a:xfrm>
            <a:off x="1" y="10"/>
            <a:ext cx="12192000" cy="685799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36136311-C81B-47C5-AE0A-5641A5A595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76600" y="1066800"/>
            <a:ext cx="4681728" cy="4724400"/>
          </a:xfrm>
          <a:prstGeom prst="rect">
            <a:avLst/>
          </a:prstGeom>
          <a:solidFill>
            <a:schemeClr val="bg1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72CD19-5CBA-DB60-7BF1-C358EB234F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69722" y="1562101"/>
            <a:ext cx="3884568" cy="2738530"/>
          </a:xfrm>
        </p:spPr>
        <p:txBody>
          <a:bodyPr anchor="t">
            <a:normAutofit/>
          </a:bodyPr>
          <a:lstStyle/>
          <a:p>
            <a:r>
              <a:rPr lang="en-IN" dirty="0"/>
              <a:t>Python Data Types</a:t>
            </a:r>
            <a:br>
              <a:rPr lang="en-IN" dirty="0"/>
            </a:br>
            <a:endParaRPr lang="en-IN" sz="4800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CC73A33-65FF-41A9-A3B0-006753CD10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rot="16200000">
            <a:off x="9619035" y="3435440"/>
            <a:ext cx="0" cy="4690872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86805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BC10BB-2F18-E697-4A10-868D9609E3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IN" dirty="0">
                <a:solidFill>
                  <a:srgbClr val="7030A0"/>
                </a:solidFill>
              </a:rPr>
              <a:t>Integer (int)</a:t>
            </a:r>
            <a:br>
              <a:rPr lang="en-IN" dirty="0">
                <a:solidFill>
                  <a:srgbClr val="7030A0"/>
                </a:solidFill>
              </a:rPr>
            </a:br>
            <a:endParaRPr lang="en-IN" dirty="0">
              <a:solidFill>
                <a:srgbClr val="7030A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4B5117-0E00-EE7D-AE17-B757D93127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Whole numbers without decimal points. Can be positive or negative.</a:t>
            </a:r>
            <a:endParaRPr lang="en-IN" dirty="0"/>
          </a:p>
          <a:p>
            <a:r>
              <a:rPr lang="en-IN" b="1" dirty="0"/>
              <a:t>age = 25</a:t>
            </a:r>
            <a:endParaRPr lang="en-IN" dirty="0"/>
          </a:p>
          <a:p>
            <a:r>
              <a:rPr lang="en-IN" b="1" dirty="0"/>
              <a:t>temperature = -10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764433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B93ACC-1FB9-D61B-9042-11A7BC527B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IN" dirty="0">
                <a:solidFill>
                  <a:srgbClr val="7030A0"/>
                </a:solidFill>
              </a:rPr>
              <a:t>Float (float)</a:t>
            </a:r>
            <a:br>
              <a:rPr lang="en-IN" dirty="0">
                <a:solidFill>
                  <a:srgbClr val="7030A0"/>
                </a:solidFill>
              </a:rPr>
            </a:br>
            <a:endParaRPr lang="en-IN" dirty="0">
              <a:solidFill>
                <a:srgbClr val="7030A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A641BA-1077-60CE-4E6A-D0018DDDA7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Numbers with decimal points.</a:t>
            </a:r>
            <a:endParaRPr lang="en-IN" dirty="0"/>
          </a:p>
          <a:p>
            <a:r>
              <a:rPr lang="en-IN" b="1" dirty="0"/>
              <a:t>price = 99.99</a:t>
            </a:r>
            <a:endParaRPr lang="en-IN" dirty="0"/>
          </a:p>
          <a:p>
            <a:r>
              <a:rPr lang="en-IN" b="1" dirty="0"/>
              <a:t>weight = 45.5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674447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E96BC-5E68-ECFB-C677-B121E2E615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solidFill>
                  <a:srgbClr val="7030A0"/>
                </a:solidFill>
              </a:rPr>
              <a:t>String (str)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7A8FFB-C553-4C6F-3702-65648FA0A7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sequence of characters enclosed in quotes (single or double).</a:t>
            </a:r>
          </a:p>
          <a:p>
            <a:r>
              <a:rPr lang="en-US" dirty="0"/>
              <a:t>name = "Divya"</a:t>
            </a:r>
          </a:p>
          <a:p>
            <a:r>
              <a:rPr lang="en-US" dirty="0"/>
              <a:t>message = 'Hello Python'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712066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CCC0FD-9CF3-96DB-CA0C-C7ED07D754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solidFill>
                  <a:srgbClr val="7030A0"/>
                </a:solidFill>
              </a:rPr>
              <a:t>Boolean (bool)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255F23-2B24-6FDA-2571-E2D764D29A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Represents </a:t>
            </a:r>
            <a:r>
              <a:rPr lang="en-US" b="1" dirty="0"/>
              <a:t>True</a:t>
            </a:r>
            <a:r>
              <a:rPr lang="en-US" dirty="0"/>
              <a:t> or </a:t>
            </a:r>
            <a:r>
              <a:rPr lang="en-US" b="1" dirty="0"/>
              <a:t>False</a:t>
            </a:r>
            <a:r>
              <a:rPr lang="en-US" dirty="0"/>
              <a:t> values.</a:t>
            </a:r>
          </a:p>
          <a:p>
            <a:r>
              <a:rPr lang="en-US" dirty="0" err="1"/>
              <a:t>is_student</a:t>
            </a:r>
            <a:r>
              <a:rPr lang="en-US" dirty="0"/>
              <a:t> = True</a:t>
            </a:r>
          </a:p>
          <a:p>
            <a:r>
              <a:rPr lang="en-US" dirty="0" err="1"/>
              <a:t>has_passed</a:t>
            </a:r>
            <a:r>
              <a:rPr lang="en-US" dirty="0"/>
              <a:t> = False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650761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9A8464-936A-4C10-8094-1D0DDB89AB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solidFill>
                  <a:srgbClr val="7030A0"/>
                </a:solidFill>
              </a:rPr>
              <a:t>List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51BB71-1A95-2459-C87F-CBD2B2BE22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Ordered, changeable (mutable) collection. Allows duplicate values.</a:t>
            </a:r>
          </a:p>
          <a:p>
            <a:r>
              <a:rPr lang="en-IN" dirty="0"/>
              <a:t>fruits = ["apple", "banana", "mango"]</a:t>
            </a:r>
          </a:p>
          <a:p>
            <a:r>
              <a:rPr lang="en-IN" dirty="0"/>
              <a:t>fruits[1] = "orange"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730391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34E25A-A5F7-25CD-9EB2-C58853ECB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solidFill>
                  <a:srgbClr val="7030A0"/>
                </a:solidFill>
              </a:rPr>
              <a:t>Tuple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A41F32-B93E-44E8-CC55-F23652F1ED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Ordered but </a:t>
            </a:r>
            <a:r>
              <a:rPr lang="en-US" b="1" dirty="0"/>
              <a:t>not changeable</a:t>
            </a:r>
            <a:r>
              <a:rPr lang="en-US" dirty="0"/>
              <a:t> (immutable) collection.</a:t>
            </a:r>
          </a:p>
          <a:p>
            <a:r>
              <a:rPr lang="en-IN" dirty="0" err="1"/>
              <a:t>colors</a:t>
            </a:r>
            <a:r>
              <a:rPr lang="en-IN" dirty="0"/>
              <a:t> = ("red", "blue", "green")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648502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F7BEA-A1E6-8506-5D5D-FCFBCAB111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solidFill>
                  <a:srgbClr val="7030A0"/>
                </a:solidFill>
              </a:rPr>
              <a:t>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6D07F3-741F-1BE8-70E5-569BB877E4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Unordered collection of </a:t>
            </a:r>
            <a:r>
              <a:rPr lang="en-US" b="1" dirty="0"/>
              <a:t>unique</a:t>
            </a:r>
            <a:r>
              <a:rPr lang="en-US" dirty="0"/>
              <a:t> items (no duplicates).</a:t>
            </a:r>
          </a:p>
          <a:p>
            <a:r>
              <a:rPr lang="en-US" dirty="0"/>
              <a:t>numbers = {1, 2, 3, 3}</a:t>
            </a:r>
          </a:p>
          <a:p>
            <a:r>
              <a:rPr lang="en-US" dirty="0"/>
              <a:t># Output: {1, 2, 3}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900789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6082F-E8C6-780D-6BE7-5A24819473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solidFill>
                  <a:srgbClr val="7030A0"/>
                </a:solidFill>
              </a:rPr>
              <a:t>Dictionary (</a:t>
            </a:r>
            <a:r>
              <a:rPr lang="en-IN" dirty="0" err="1">
                <a:solidFill>
                  <a:srgbClr val="7030A0"/>
                </a:solidFill>
              </a:rPr>
              <a:t>dict</a:t>
            </a:r>
            <a:r>
              <a:rPr lang="en-IN" dirty="0">
                <a:solidFill>
                  <a:srgbClr val="7030A0"/>
                </a:solidFill>
              </a:rPr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138B7F-D1C2-31F1-1438-F3CC0AF093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Collection of </a:t>
            </a:r>
            <a:r>
              <a:rPr lang="en-US" b="1" dirty="0"/>
              <a:t>key–value</a:t>
            </a:r>
            <a:r>
              <a:rPr lang="en-US" dirty="0"/>
              <a:t> pairs.</a:t>
            </a:r>
          </a:p>
          <a:p>
            <a:r>
              <a:rPr lang="en-US" dirty="0"/>
              <a:t>student = {</a:t>
            </a:r>
          </a:p>
          <a:p>
            <a:r>
              <a:rPr lang="en-US" dirty="0"/>
              <a:t>    "name": "Divya",</a:t>
            </a:r>
          </a:p>
          <a:p>
            <a:r>
              <a:rPr lang="en-US" dirty="0"/>
              <a:t>    "age": 22,</a:t>
            </a:r>
          </a:p>
          <a:p>
            <a:r>
              <a:rPr lang="en-US" dirty="0"/>
              <a:t>    "course": "Python"</a:t>
            </a:r>
          </a:p>
          <a:p>
            <a:r>
              <a:rPr lang="en-US" dirty="0"/>
              <a:t>}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495528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D6EFC2-FD2D-D239-16D2-5BEF845D2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solidFill>
                  <a:srgbClr val="7030A0"/>
                </a:solidFill>
              </a:rPr>
              <a:t>Range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FF7B88-0758-C118-4376-96FDA27F4A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Represents a sequence of numbers</a:t>
            </a:r>
          </a:p>
          <a:p>
            <a:r>
              <a:rPr lang="en-US" dirty="0"/>
              <a:t>numbers = range(1, 6)   # 1,2,3,4,5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865079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D960D-5698-64D1-B009-E5B2224AED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solidFill>
                  <a:srgbClr val="7030A0"/>
                </a:solidFill>
              </a:rPr>
              <a:t>Bytes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850A24-F4E2-5E87-352B-9EC6D5EBF4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bytes() is used to create an </a:t>
            </a:r>
            <a:r>
              <a:rPr lang="en-US" b="1" dirty="0"/>
              <a:t>immutable sequence of bytes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It is often used in </a:t>
            </a:r>
            <a:r>
              <a:rPr lang="en-US" b="1" dirty="0"/>
              <a:t>file handling, networking, encoding</a:t>
            </a:r>
            <a:r>
              <a:rPr lang="en-US" dirty="0"/>
              <a:t>, and </a:t>
            </a:r>
            <a:r>
              <a:rPr lang="en-US" b="1" dirty="0"/>
              <a:t>binary data processing</a:t>
            </a:r>
            <a:r>
              <a:rPr lang="en-US" dirty="0"/>
              <a:t>.</a:t>
            </a:r>
          </a:p>
          <a:p>
            <a:r>
              <a:rPr lang="en-US" dirty="0"/>
              <a:t>Immutable sequence of bytes (0–255).</a:t>
            </a:r>
          </a:p>
          <a:p>
            <a:r>
              <a:rPr lang="en-IN" dirty="0"/>
              <a:t>data = bytes([10, 20, 30])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6990755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338</TotalTime>
  <Words>273</Words>
  <Application>Microsoft Office PowerPoint</Application>
  <PresentationFormat>Widescreen</PresentationFormat>
  <Paragraphs>42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Grandview Display</vt:lpstr>
      <vt:lpstr>DashVTI</vt:lpstr>
      <vt:lpstr>Python Data Types </vt:lpstr>
      <vt:lpstr>Integer (int) </vt:lpstr>
      <vt:lpstr>Float (float) </vt:lpstr>
      <vt:lpstr>String (str)</vt:lpstr>
      <vt:lpstr>Boolean (bool)</vt:lpstr>
      <vt:lpstr>List</vt:lpstr>
      <vt:lpstr>Tuple</vt:lpstr>
      <vt:lpstr>Set</vt:lpstr>
      <vt:lpstr>Dictionary (dict)</vt:lpstr>
      <vt:lpstr>Range</vt:lpstr>
      <vt:lpstr>Bytes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sys</dc:creator>
  <cp:lastModifiedBy>sys</cp:lastModifiedBy>
  <cp:revision>5</cp:revision>
  <dcterms:created xsi:type="dcterms:W3CDTF">2025-12-05T02:45:29Z</dcterms:created>
  <dcterms:modified xsi:type="dcterms:W3CDTF">2025-12-05T09:09:20Z</dcterms:modified>
</cp:coreProperties>
</file>